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6A13C8-C8E6-AC21-B40A-38028EE67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36" y="1235207"/>
            <a:ext cx="6845328" cy="438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1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85B1-639C-EA27-9C0E-5384E35A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2B11-C83C-101C-B784-D657CDF47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256" y="1361995"/>
            <a:ext cx="8361229" cy="463133"/>
          </a:xfrm>
        </p:spPr>
        <p:txBody>
          <a:bodyPr/>
          <a:lstStyle/>
          <a:p>
            <a:r>
              <a:rPr lang="en-IN" sz="3600" dirty="0"/>
              <a:t>Simple User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C9B49-3DEE-1A36-5763-43C9B881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1256" y="2342763"/>
            <a:ext cx="9195067" cy="3153242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dirty="0"/>
              <a:t>100% development done using AI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Application requirement (SRS) auto generated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Mind map auto generated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100% Postman collection generated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90% Automation code generate (some tweaks)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Solution based on Docker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Programming done using Python, DB is SQLite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3597543-13EB-7270-34F7-8E0EB5BECA7D}"/>
              </a:ext>
            </a:extLst>
          </p:cNvPr>
          <p:cNvSpPr txBox="1">
            <a:spLocks/>
          </p:cNvSpPr>
          <p:nvPr/>
        </p:nvSpPr>
        <p:spPr>
          <a:xfrm>
            <a:off x="2478344" y="1744209"/>
            <a:ext cx="6831673" cy="635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Implemented using AI (Google Gemini)</a:t>
            </a:r>
          </a:p>
        </p:txBody>
      </p:sp>
    </p:spTree>
    <p:extLst>
      <p:ext uri="{BB962C8B-B14F-4D97-AF65-F5344CB8AC3E}">
        <p14:creationId xmlns:p14="http://schemas.microsoft.com/office/powerpoint/2010/main" val="307841389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{67A6D264-8BAF-407C-82F6-3A983AB9D80A}tf10001105</Template>
  <TotalTime>22</TotalTime>
  <Words>53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Franklin Gothic Book</vt:lpstr>
      <vt:lpstr>Crop</vt:lpstr>
      <vt:lpstr>PowerPoint Presentation</vt:lpstr>
      <vt:lpstr>Simple User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Ratnamala Swami</dc:creator>
  <cp:lastModifiedBy>Ratnamala Swami</cp:lastModifiedBy>
  <cp:revision>4</cp:revision>
  <dcterms:created xsi:type="dcterms:W3CDTF">2025-12-10T17:46:59Z</dcterms:created>
  <dcterms:modified xsi:type="dcterms:W3CDTF">2025-12-10T18:09:39Z</dcterms:modified>
</cp:coreProperties>
</file>